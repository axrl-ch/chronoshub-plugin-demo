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52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3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1" Type="http://schemas.openxmlformats.org/officeDocument/2006/relationships/officeDocument" Target="ppt/presentation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5"/>
  </p:notesMasterIdLst>
  <p:sldIdLst>
    <p:sldId id="326" r:id="rId5"/>
    <p:sldId id="328" r:id="rId56"/>
    <p:sldId id="277" r:id="rId27"/>
    <p:sldId id="315" r:id="rId6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1pPr>
    <a:lvl2pPr marL="0" marR="0" indent="457117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2pPr>
    <a:lvl3pPr marL="0" marR="0" indent="914234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3pPr>
    <a:lvl4pPr marL="0" marR="0" indent="1371353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4pPr>
    <a:lvl5pPr marL="0" marR="0" indent="182846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5pPr>
    <a:lvl6pPr marL="0" marR="0" indent="2285588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6pPr>
    <a:lvl7pPr marL="0" marR="0" indent="2742705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7pPr>
    <a:lvl8pPr marL="0" marR="0" indent="3199822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8pPr>
    <a:lvl9pPr marL="0" marR="0" indent="365693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9pPr>
  </p:defaultTextStyle>
  <p:extLst>
    <p:ext uri="{521415D9-36F7-43E2-AB2F-B90AF26B5E84}">
      <p14:sectionLst xmlns:p14="http://schemas.microsoft.com/office/powerpoint/2010/main">
        <p14:section name="Working slides" id="{12A10655-B00F-B546-A5E0-09060B06241C}">
          <p14:sldIdLst>
            <p14:sldId id="326"/>
          </p14:sldIdLst>
        </p14:section>
        <p14:section name="Template slides" id="{C75A84C8-6633-A54D-AE16-BAD1FC83A9A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329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27"/>
            <p14:sldId id="328"/>
            <p14:sldId id="307"/>
            <p14:sldId id="332"/>
            <p14:sldId id="333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Tokens and assets" id="{18096EAF-35E0-1147-9A8A-5507082F7FBF}">
          <p14:sldIdLst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6"/>
    <p:restoredTop sz="94752"/>
  </p:normalViewPr>
  <p:slideViewPr>
    <p:cSldViewPr>
      <p:cViewPr varScale="1">
        <p:scale>
          <a:sx n="37" d="100"/>
          <a:sy n="37" d="100"/>
        </p:scale>
        <p:origin x="379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169" d="100"/>
          <a:sy n="169" d="100"/>
        </p:scale>
        <p:origin x="8624" y="2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
  
  
  
  
  
  
  
  
  
  
  
  
  
  
  
  
  
  <Relationship Id="rId79" Type="http://schemas.openxmlformats.org/officeDocument/2006/relationships/tableStyles" Target="tableStyles.xml"/>
  <Relationship Id="rId5" Type="http://schemas.openxmlformats.org/officeDocument/2006/relationships/slide" Target="slides/slide1.xml"/>
  
  
  
  
  <Relationship Id="rId27" Type="http://schemas.openxmlformats.org/officeDocument/2006/relationships/slide" Target="slides/slide23.xml"/>
  
  
  
  
  <Relationship Id="rId56" Type="http://schemas.openxmlformats.org/officeDocument/2006/relationships/slide" Target="slides/slide52.xml"/>
  
  
  <Relationship Id="rId77" Type="http://schemas.openxmlformats.org/officeDocument/2006/relationships/viewProps" Target="viewProps.xml"/>
  
  
  
  <Relationship Id="rId3" Type="http://schemas.openxmlformats.org/officeDocument/2006/relationships/customXml" Target="../customXml/item3.xml"/>
  
  
  
  
  
  
  
  
  
  
  
  
  
  <Relationship Id="rId75" Type="http://schemas.openxmlformats.org/officeDocument/2006/relationships/notesMaster" Target="notesMasters/notesMaster1.xml"/>
  <Relationship Id="rId1" Type="http://schemas.openxmlformats.org/officeDocument/2006/relationships/customXml" Target="../customXml/item1.xml"/>
  
  
  
  
  
  
  
  
  
  
  
  
  <Relationship Id="rId65" Type="http://schemas.openxmlformats.org/officeDocument/2006/relationships/slide" Target="slides/slide61.xml"/>
  
  <Relationship Id="rId78" Type="http://schemas.openxmlformats.org/officeDocument/2006/relationships/theme" Target="theme/theme1.xml"/>
  <Relationship Id="rId4" Type="http://schemas.openxmlformats.org/officeDocument/2006/relationships/slideMaster" Target="slideMasters/slideMaster1.xml"/>
  
  
  
  
  
  
  
  <Relationship Id="rId76" Type="http://schemas.openxmlformats.org/officeDocument/2006/relationships/presProps" Target="presProps.xml"/>
  
  
  <Relationship Id="rId2" Type="http://schemas.openxmlformats.org/officeDocument/2006/relationships/customXml" Target="../customXml/item2.xml"/>
  
</Relationships>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2" Type="http://schemas.openxmlformats.org/officeDocument/2006/relationships/image" Target="../media/image4.png"/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2" Type="http://schemas.openxmlformats.org/officeDocument/2006/relationships/image" Target="../media/image5.png"/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2" Type="http://schemas.openxmlformats.org/officeDocument/2006/relationships/image" Target="../media/image7.png"/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2" Type="http://schemas.openxmlformats.org/officeDocument/2006/relationships/image" Target="../media/image8.png"/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2" Type="http://schemas.openxmlformats.org/officeDocument/2006/relationships/image" Target="../media/image9.png"/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2" Type="http://schemas.openxmlformats.org/officeDocument/2006/relationships/image" Target="../media/image10.png"/>
  <Relationship Id="rId1" Type="http://schemas.openxmlformats.org/officeDocument/2006/relationships/slideMaster" Target="../slideMasters/slideMaster1.xml"/>
</Relationships>

</file>

<file path=ppt/slideLayouts/_rels/slideLayout12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11.png"/>
  <Relationship Id="rId1" Type="http://schemas.openxmlformats.org/officeDocument/2006/relationships/slideMaster" Target="../slideMasters/slideMaster1.xml"/>
</Relationships>

</file>

<file path=ppt/slideLayouts/_rels/slideLayout13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12.png"/>
  <Relationship Id="rId1" Type="http://schemas.openxmlformats.org/officeDocument/2006/relationships/slideMaster" Target="../slideMasters/slideMaster1.xml"/>
</Relationships>

</file>

<file path=ppt/slideLayouts/_rels/slideLayout14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13.png"/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nk (With ChronosHub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ck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Marine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Violet Accent (With ChronosHub Logo) copy 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slideLayout" Target="../slideLayouts/slideLayout13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slideLayout" Target="../slideLayouts/slideLayout12.xml"/>
  <Relationship Id="rId2" Type="http://schemas.openxmlformats.org/officeDocument/2006/relationships/slideLayout" Target="../slideLayouts/slideLayout2.xml"/>
  <Relationship Id="rId16" Type="http://schemas.openxmlformats.org/officeDocument/2006/relationships/image" Target="../media/image1.png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5" Type="http://schemas.openxmlformats.org/officeDocument/2006/relationships/theme" Target="../theme/theme1.xml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14" Type="http://schemas.openxmlformats.org/officeDocument/2006/relationships/slideLayout" Target="../slideLayouts/slideLayout14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_Color.pdf" descr="Full_Color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0" y="508000"/>
            <a:ext cx="2032000" cy="308187"/>
          </a:xfrm>
          <a:prstGeom prst="rect">
            <a:avLst/>
          </a:prstGeom>
          <a:ln w="3175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19199" y="184149"/>
            <a:ext cx="21945601" cy="301625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199" y="3200399"/>
            <a:ext cx="21945601" cy="1051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036938" y="12720956"/>
            <a:ext cx="670663" cy="713741"/>
          </a:xfrm>
          <a:prstGeom prst="rect">
            <a:avLst/>
          </a:prstGeom>
          <a:ln w="3175">
            <a:miter lim="400000"/>
          </a:ln>
        </p:spPr>
        <p:txBody>
          <a:bodyPr wrap="none" lIns="121919" tIns="121919" rIns="121919" bIns="121919" anchor="ctr">
            <a:spAutoFit/>
          </a:bodyPr>
          <a:lstStyle>
            <a:lvl1pPr algn="r">
              <a:defRPr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titleStyle>
    <p:bodyStyle>
      <a:lvl1pPr marL="424528" marR="0" indent="-424528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838171" marR="0" indent="-495282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1280117" marR="0" indent="-594339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1714443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2057331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2400220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274310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308599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3428887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bodyStyle>
    <p:otherStyle>
      <a:lvl1pPr marL="0" marR="0" indent="0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1pPr>
      <a:lvl2pPr marL="0" marR="0" indent="457117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2pPr>
      <a:lvl3pPr marL="0" marR="0" indent="914234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3pPr>
      <a:lvl4pPr marL="0" marR="0" indent="1371353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4pPr>
      <a:lvl5pPr marL="0" marR="0" indent="182846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5pPr>
      <a:lvl6pPr marL="0" marR="0" indent="2285588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6pPr>
      <a:lvl7pPr marL="0" marR="0" indent="2742705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7pPr>
      <a:lvl8pPr marL="0" marR="0" indent="3199822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8pPr>
      <a:lvl9pPr marL="0" marR="0" indent="365693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Layout" Target="../slideLayouts/slideLayout6.xml"/>
</Relationships>

</file>

<file path=ppt/slides/_rels/slide23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34.png"/>
  <Relationship Id="rId1" Type="http://schemas.openxmlformats.org/officeDocument/2006/relationships/slideLayout" Target="../slideLayouts/slideLayout1.xml"/>
</Relationships>

</file>

<file path=ppt/slides/_rels/slide5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6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FE32-3FEF-61B4-1637-A8477E1D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ull_Color.pdf" descr="Full_Color.pdf">
            <a:extLst>
              <a:ext uri="{FF2B5EF4-FFF2-40B4-BE49-F238E27FC236}">
                <a16:creationId xmlns:a16="http://schemas.microsoft.com/office/drawing/2014/main" id="{C92DB291-9A3F-16AC-2551-CA14F5E205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542192"/>
            <a:ext cx="5080000" cy="770469"/>
          </a:xfrm>
          <a:prstGeom prst="rect">
            <a:avLst/>
          </a:prstGeom>
          <a:ln w="3175">
            <a:miter lim="400000"/>
          </a:ln>
        </p:spPr>
      </p:pic>
      <p:sp>
        <p:nvSpPr>
          <p:cNvPr id="119" name="Text">
            <a:extLst>
              <a:ext uri="{FF2B5EF4-FFF2-40B4-BE49-F238E27FC236}">
                <a16:creationId xmlns:a16="http://schemas.microsoft.com/office/drawing/2014/main" id="{D7437C5D-B81F-6857-53B3-1849F864A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7825" y="7820660"/>
            <a:ext cx="18288000" cy="345270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"/>
                <a:ea typeface="Sora"/>
                <a:cs typeface="Sora"/>
                <a:sym typeface="Sora Medium"/>
              </a:defRPr>
            </a:pPr>
            <a:r>
              <a:rPr lang="da-DK" dirty="0"/>
              <a:t>Weekly</a:t>
            </a:r>
            <a:endParaRPr dirty="0"/>
          </a:p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 Light"/>
                <a:ea typeface="Sora Light"/>
                <a:cs typeface="Sora Light"/>
                <a:sym typeface="Sora Light"/>
              </a:defRPr>
            </a:pPr>
            <a:r>
              <a:rPr lang="da-DK" dirty="0"/>
              <a:t>Schedule</a:t>
            </a:r>
            <a:endParaRPr dirty="0"/>
          </a:p>
        </p:txBody>
      </p:sp>
      <p:sp>
        <p:nvSpPr>
          <p:cNvPr id="117" name="Text">
            <a:extLst>
              <a:ext uri="{FF2B5EF4-FFF2-40B4-BE49-F238E27FC236}">
                <a16:creationId xmlns:a16="http://schemas.microsoft.com/office/drawing/2014/main" id="{F5CD03A2-3241-A628-B369-5327DB32B0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3800" y="11915114"/>
            <a:ext cx="11378608" cy="7268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0" tIns="127000" rIns="127000" bIns="127000" anchor="b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lang="da-DK" dirty="0"/>
              <a:t>26</a:t>
            </a:r>
            <a:r>
              <a:rPr dirty="0"/>
              <a:t>-</a:t>
            </a:r>
            <a:r>
              <a:rPr lang="da-DK" dirty="0"/>
              <a:t>06</a:t>
            </a:r>
            <a:r>
              <a:rPr dirty="0"/>
              <a:t>-</a:t>
            </a:r>
            <a:r>
              <a:rPr lang="da-DK" dirty="0"/>
              <a:t>15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43698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Curve Insert (Marine-Indigo).svg" descr="Curve Insert (Marine-Indigo).sv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36111"/>
          <a:stretch>
            <a:fillRect/>
          </a:stretch>
        </p:blipFill>
        <p:spPr>
          <a:xfrm>
            <a:off x="8805333" y="-1"/>
            <a:ext cx="15578668" cy="13716001"/>
          </a:xfrm>
          <a:prstGeom prst="rect">
            <a:avLst/>
          </a:prstGeom>
          <a:ln w="3175">
            <a:miter lim="400000"/>
          </a:ln>
        </p:spPr>
      </p:pic>
      <p:pic>
        <p:nvPicPr>
          <p:cNvPr id="280" name="Full_Color.pdf" descr="Full_Color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0" y="503766"/>
            <a:ext cx="2032000" cy="308188"/>
          </a:xfrm>
          <a:prstGeom prst="rect">
            <a:avLst/>
          </a:prstGeom>
          <a:ln w="3175">
            <a:miter lim="400000"/>
          </a:ln>
        </p:spPr>
      </p:pic>
      <p:sp>
        <p:nvSpPr>
          <p:cNvPr id="281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04280"/>
            <a:ext cx="6583680" cy="11074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5400">
                <a:latin typeface="Sora Light"/>
                <a:ea typeface="Sora Light"/>
                <a:cs typeface="Sora Light"/>
                <a:sym typeface="Sora Light"/>
              </a:defRPr>
            </a:lvl1pPr>
          </a:lstStyle>
          <a:p>
            <a:r>
              <a:rPr dirty="0"/>
              <a:t>Next Week</a:t>
            </a:r>
          </a:p>
        </p:txBody>
      </p:sp>
      <p:sp>
        <p:nvSpPr>
          <p:cNvPr id="28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14600" y="6219189"/>
            <a:ext cx="10160001" cy="12776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/>
          <a:p>
            <a:pPr algn="ctr">
              <a:lnSpc>
                <a:spcPct val="100000"/>
              </a:lnSpc>
              <a:defRPr sz="5400">
                <a:solidFill>
                  <a:srgbClr val="FFFFFF"/>
                </a:solidFill>
                <a:latin typeface="Sora Bold"/>
              </a:defRPr>
            </a:pPr>
            <a:r>
              <a:rPr lang="en-GB" dirty="0" sz="5400">
                <a:solidFill>
                  <a:srgbClr val="FFFFFF"/>
                </a:solidFill>
                <a:latin typeface="Sora Bold"/>
              </a:rPr>
              <a:t>Engineering &amp; Product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1" y="1064683"/>
            <a:ext cx="10972800" cy="916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/>
              <a:t>Week of June 15, 2026</a:t>
            </a:r>
          </a:p>
        </p:txBody>
      </p:sp>
      <p:grpSp>
        <p:nvGrpSpPr>
          <p:cNvPr id="542" name="Group"/>
          <p:cNvGrpSpPr>
            <a:grpSpLocks noGrp="1" noUngrp="1" noRot="1" noMove="1" noResize="1"/>
          </p:cNvGrpSpPr>
          <p:nvPr/>
        </p:nvGrpSpPr>
        <p:grpSpPr>
          <a:xfrm>
            <a:off x="1270000" y="4298102"/>
            <a:ext cx="23368000" cy="6290736"/>
            <a:chOff x="0" y="662940"/>
            <a:chExt cx="23368000" cy="6290734"/>
          </a:xfrm>
        </p:grpSpPr>
        <p:sp>
          <p:nvSpPr>
            <p:cNvPr id="517" name="Rounded Rectangle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3449320"/>
              <a:ext cx="23368000" cy="55034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 w="317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grpSp>
          <p:nvGrpSpPr>
            <p:cNvPr id="521" name="Group"/>
            <p:cNvGrpSpPr>
              <a:grpSpLocks noGrp="1" noUngrp="1" noRot="1" noMove="1" noResize="1"/>
            </p:cNvGrpSpPr>
            <p:nvPr/>
          </p:nvGrpSpPr>
          <p:grpSpPr>
            <a:xfrm>
              <a:off x="0" y="3449320"/>
              <a:ext cx="5215467" cy="3504355"/>
              <a:chOff x="0" y="0"/>
              <a:chExt cx="5215466" cy="3504354"/>
            </a:xfrm>
          </p:grpSpPr>
          <p:sp>
            <p:nvSpPr>
              <p:cNvPr id="518" name="Text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1388533"/>
                <a:ext cx="5080001" cy="66294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t">
                <a:spAutoFit/>
              </a:bodyPr>
              <a:lstStyle>
                <a:lvl1pPr>
                  <a:defRPr sz="2800">
                    <a:latin typeface="Public Sans Bold"/>
                    <a:ea typeface="Public Sans Bold"/>
                    <a:cs typeface="Public Sans Bold"/>
                    <a:sym typeface="Public Sans Bold"/>
                  </a:defRPr>
                </a:lvl1pPr>
              </a:lstStyle>
              <a:p>
                <a:r>
                  <a:t>Monday</a:t>
                </a:r>
              </a:p>
            </p:txBody>
          </p:sp>
          <p:sp>
            <p:nvSpPr>
              <p:cNvPr id="519" name="Rounded Rectangle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46567" cy="20320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20" name="Text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2051474"/>
                <a:ext cx="5080001" cy="145288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t">
                <a:spAutoFit/>
              </a:bodyPr>
              <a:lstStyle>
                <a:lvl1pPr>
                  <a:defRPr sz="2400"/>
                </a:lvl1pPr>
              </a:lstStyle>
              <a:p>
                <a:r>
                  <a:t>Marketing Meeting</a:t>
                </a:r>
              </a:p>
            </p:txBody>
          </p:sp>
        </p:grpSp>
        <p:grpSp>
          <p:nvGrpSpPr>
            <p:cNvPr id="525" name="Group"/>
            <p:cNvGrpSpPr>
              <a:grpSpLocks noGrp="1" noUngrp="1" noRot="1" noMove="1" noResize="1"/>
            </p:cNvGrpSpPr>
            <p:nvPr/>
          </p:nvGrpSpPr>
          <p:grpSpPr>
            <a:xfrm>
              <a:off x="6651412" y="3449320"/>
              <a:ext cx="5215468" cy="3504355"/>
              <a:chOff x="0" y="0"/>
              <a:chExt cx="5215466" cy="3504354"/>
            </a:xfrm>
          </p:grpSpPr>
          <p:sp>
            <p:nvSpPr>
              <p:cNvPr id="522" name="Text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1388533"/>
                <a:ext cx="5080001" cy="66294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t">
                <a:spAutoFit/>
              </a:bodyPr>
              <a:lstStyle>
                <a:lvl1pPr>
                  <a:defRPr sz="2800">
                    <a:latin typeface="Public Sans Bold"/>
                    <a:ea typeface="Public Sans Bold"/>
                    <a:cs typeface="Public Sans Bold"/>
                    <a:sym typeface="Public Sans Bold"/>
                  </a:defRPr>
                </a:lvl1pPr>
              </a:lstStyle>
              <a:p>
                <a:r>
                  <a:t>15. Jun. 2026</a:t>
                </a:r>
              </a:p>
            </p:txBody>
          </p:sp>
          <p:sp>
            <p:nvSpPr>
              <p:cNvPr id="523" name="Rounded Rectangle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46567" cy="20320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24" name="Text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2051474"/>
                <a:ext cx="5080001" cy="145288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t">
                <a:spAutoFit/>
              </a:bodyPr>
              <a:lstStyle>
                <a:lvl1pPr>
                  <a:defRPr sz="2400"/>
                </a:lvl1pPr>
              </a:lstStyle>
              <a:p>
                <a:r>
                  <a:t>No meetings</a:t>
                </a:r>
              </a:p>
            </p:txBody>
          </p:sp>
        </p:grpSp>
        <p:grpSp>
          <p:nvGrpSpPr>
            <p:cNvPr id="529" name="Group"/>
            <p:cNvGrpSpPr>
              <a:grpSpLocks noGrp="1" noUngrp="1" noRot="1" noMove="1" noResize="1"/>
            </p:cNvGrpSpPr>
            <p:nvPr/>
          </p:nvGrpSpPr>
          <p:grpSpPr>
            <a:xfrm>
              <a:off x="9977118" y="662940"/>
              <a:ext cx="5215469" cy="2841414"/>
              <a:chOff x="0" y="662939"/>
              <a:chExt cx="5215467" cy="2841413"/>
            </a:xfrm>
          </p:grpSpPr>
          <p:sp>
            <p:nvSpPr>
              <p:cNvPr id="526" name="Text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7" y="662939"/>
                <a:ext cx="50800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b">
                <a:spAutoFit/>
              </a:bodyPr>
              <a:lstStyle>
                <a:lvl1pPr>
                  <a:defRPr sz="2800">
                    <a:latin typeface="Public Sans Bold"/>
                    <a:ea typeface="Public Sans Bold"/>
                    <a:cs typeface="Public Sans Bold"/>
                    <a:sym typeface="Public Sans Bold"/>
                  </a:defRPr>
                </a:lvl1pPr>
              </a:lstStyle>
              <a:p>
                <a:r>
                  <a:t>Thursday</a:t>
                </a:r>
              </a:p>
            </p:txBody>
          </p:sp>
          <p:sp>
            <p:nvSpPr>
              <p:cNvPr id="527" name="Rounded Rectangle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1472353"/>
                <a:ext cx="46567" cy="203200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28" name="Text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7" y="2115820"/>
                <a:ext cx="50800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b">
                <a:spAutoFit/>
              </a:bodyPr>
              <a:lstStyle/>
              <a:p>
                <a:pPr>
                  <a:defRPr sz="2400"/>
                </a:pPr>
                <a:r>
                  <a:t>Operations Meeting</a:t>
                </a:r>
              </a:p>
              <a:p>
                <a:pPr>
                  <a:defRPr sz="2400"/>
                </a:pPr>
                <a:r>
                  <a:t/>
                </a:r>
              </a:p>
            </p:txBody>
          </p:sp>
        </p:grpSp>
        <p:grpSp>
          <p:nvGrpSpPr>
            <p:cNvPr id="533" name="Group"/>
            <p:cNvGrpSpPr>
              <a:grpSpLocks noGrp="1" noUngrp="1" noRot="1" noMove="1" noResize="1"/>
            </p:cNvGrpSpPr>
            <p:nvPr/>
          </p:nvGrpSpPr>
          <p:grpSpPr>
            <a:xfrm>
              <a:off x="3325706" y="662940"/>
              <a:ext cx="5215468" cy="2841414"/>
              <a:chOff x="0" y="662939"/>
              <a:chExt cx="5215466" cy="2841413"/>
            </a:xfrm>
          </p:grpSpPr>
          <p:sp>
            <p:nvSpPr>
              <p:cNvPr id="530" name="Text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662939"/>
                <a:ext cx="50800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b">
                <a:spAutoFit/>
              </a:bodyPr>
              <a:lstStyle>
                <a:lvl1pPr>
                  <a:defRPr sz="2800">
                    <a:latin typeface="Public Sans Bold"/>
                    <a:ea typeface="Public Sans Bold"/>
                    <a:cs typeface="Public Sans Bold"/>
                    <a:sym typeface="Public Sans Bold"/>
                  </a:defRPr>
                </a:lvl1pPr>
              </a:lstStyle>
              <a:p>
                <a:r>
                  <a:t>Tuesday</a:t>
                </a:r>
              </a:p>
            </p:txBody>
          </p:sp>
          <p:sp>
            <p:nvSpPr>
              <p:cNvPr id="531" name="Rounded Rectangle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1472353"/>
                <a:ext cx="46567" cy="203200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2" name="Text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2115820"/>
                <a:ext cx="50800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b">
                <a:spAutoFit/>
              </a:bodyPr>
              <a:lstStyle/>
              <a:p>
                <a:pPr>
                  <a:defRPr sz="2400"/>
                </a:pPr>
                <a:r>
                  <a:t>Finance Meeting</a:t>
                </a:r>
              </a:p>
              <a:p>
                <a:pPr>
                  <a:defRPr sz="2400"/>
                </a:pPr>
                <a:r>
                  <a:t/>
                </a:r>
              </a:p>
            </p:txBody>
          </p:sp>
        </p:grpSp>
        <p:grpSp>
          <p:nvGrpSpPr>
            <p:cNvPr id="537" name="Group"/>
            <p:cNvGrpSpPr>
              <a:grpSpLocks noGrp="1" noUngrp="1" noRot="1" noMove="1" noResize="1"/>
            </p:cNvGrpSpPr>
            <p:nvPr/>
          </p:nvGrpSpPr>
          <p:grpSpPr>
            <a:xfrm>
              <a:off x="13302826" y="3449320"/>
              <a:ext cx="5215467" cy="3504355"/>
              <a:chOff x="0" y="0"/>
              <a:chExt cx="5215466" cy="3504354"/>
            </a:xfrm>
          </p:grpSpPr>
          <p:sp>
            <p:nvSpPr>
              <p:cNvPr id="534" name="Text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1388533"/>
                <a:ext cx="5080001" cy="66294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t">
                <a:spAutoFit/>
              </a:bodyPr>
              <a:lstStyle>
                <a:lvl1pPr>
                  <a:defRPr sz="2800">
                    <a:latin typeface="Public Sans Bold"/>
                    <a:ea typeface="Public Sans Bold"/>
                    <a:cs typeface="Public Sans Bold"/>
                    <a:sym typeface="Public Sans Bold"/>
                  </a:defRPr>
                </a:lvl1pPr>
              </a:lstStyle>
              <a:p>
                <a:r>
                  <a:t>Friday</a:t>
                </a:r>
              </a:p>
            </p:txBody>
          </p:sp>
          <p:sp>
            <p:nvSpPr>
              <p:cNvPr id="535" name="Rounded Rectangle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46567" cy="20320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6" name="Text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6" y="2051474"/>
                <a:ext cx="5080001" cy="145288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t">
                <a:spAutoFit/>
              </a:bodyPr>
              <a:lstStyle/>
              <a:p>
                <a:pPr>
                  <a:defRPr sz="2400"/>
                </a:pPr>
                <a:r>
                  <a:t>No meetings</a:t>
                </a:r>
              </a:p>
              <a:p>
                <a:pPr>
                  <a:defRPr sz="2400"/>
                </a:pPr>
                <a:r>
                  <a:t/>
                </a:r>
              </a:p>
              <a:p>
                <a:pPr>
                  <a:defRPr sz="2400"/>
                </a:pPr>
                <a:r>
                  <a:t/>
                </a:r>
              </a:p>
            </p:txBody>
          </p:sp>
        </p:grpSp>
        <p:grpSp>
          <p:nvGrpSpPr>
            <p:cNvPr id="541" name="Group"/>
            <p:cNvGrpSpPr>
              <a:grpSpLocks noGrp="1" noUngrp="1" noRot="1" noMove="1" noResize="1"/>
            </p:cNvGrpSpPr>
            <p:nvPr/>
          </p:nvGrpSpPr>
          <p:grpSpPr>
            <a:xfrm>
              <a:off x="16628532" y="662940"/>
              <a:ext cx="5215468" cy="2841414"/>
              <a:chOff x="0" y="662939"/>
              <a:chExt cx="5215467" cy="2841413"/>
            </a:xfrm>
          </p:grpSpPr>
          <p:sp>
            <p:nvSpPr>
              <p:cNvPr id="538" name="Text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7" y="662939"/>
                <a:ext cx="50800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b">
                <a:spAutoFit/>
              </a:bodyPr>
              <a:lstStyle>
                <a:lvl1pPr>
                  <a:defRPr sz="2800">
                    <a:latin typeface="Public Sans Bold"/>
                    <a:ea typeface="Public Sans Bold"/>
                    <a:cs typeface="Public Sans Bold"/>
                    <a:sym typeface="Public Sans Bold"/>
                  </a:defRPr>
                </a:lvl1pPr>
              </a:lstStyle>
              <a:p>
                <a:r>
                  <a:t/>
                </a:r>
              </a:p>
            </p:txBody>
          </p:sp>
          <p:sp>
            <p:nvSpPr>
              <p:cNvPr id="539" name="Rounded Rectangle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1472353"/>
                <a:ext cx="46567" cy="203200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40" name="Text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5467" y="2115820"/>
                <a:ext cx="50800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919" tIns="121919" rIns="121919" bIns="121919" numCol="1" anchor="b">
                <a:spAutoFit/>
              </a:bodyPr>
              <a:lstStyle/>
              <a:p>
                <a:pPr>
                  <a:defRPr sz="2400"/>
                </a:pPr>
                <a:r>
                  <a:t/>
                </a:r>
              </a:p>
              <a:p>
                <a:pPr>
                  <a:defRPr sz="2400"/>
                </a:pPr>
                <a:r>
                  <a:t/>
                </a:r>
              </a:p>
              <a:p>
                <a:pPr>
                  <a:defRPr sz="2400"/>
                </a:pPr>
                <a:r>
                  <a:t/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7000" y="9748006"/>
            <a:ext cx="11378608" cy="1297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lnSpc>
                <a:spcPct val="100000"/>
              </a:lnSpc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Sora Regular"/>
              </a:defRPr>
            </a:lvl1pPr>
          </a:lstStyle>
          <a:p>
            <a:r>
              <a:rPr lang="da-DK" dirty="0"/>
              <a:t>Have a great </a:t>
            </a:r>
            <a:r>
              <a:rPr lang="da-DK" dirty="0" err="1"/>
              <a:t>week.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ChronosHub Presentation Template (Winter 2025) (1)" id="{E67A45DE-25F8-4FFD-ADBA-DB8881810518}" vid="{10745965-B957-468A-9E6D-06F34891360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?>
<Relationships xmlns="http://schemas.openxmlformats.org/package/2006/relationships">
  <Relationship Id="rId1" Type="http://schemas.openxmlformats.org/officeDocument/2006/relationships/customXmlProps" Target="itemProps1.xml"/>
</Relationships>

</file>

<file path=customXml/_rels/item2.xml.rels><?xml version="1.0" encoding="utf-8"?>
<Relationships xmlns="http://schemas.openxmlformats.org/package/2006/relationships">
  <Relationship Id="rId1" Type="http://schemas.openxmlformats.org/officeDocument/2006/relationships/customXmlProps" Target="itemProps2.xml"/>
</Relationships>

</file>

<file path=customXml/_rels/item3.xml.rels><?xml version="1.0" encoding="utf-8"?>
<Relationships xmlns="http://schemas.openxmlformats.org/package/2006/relationships">
  <Relationship Id="rId1" Type="http://schemas.openxmlformats.org/officeDocument/2006/relationships/customXmlProps" Target="itemProps3.xml"/>
</Relationships>
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7B9DAA5485C4884DAC9AE6BD4FCCC" ma:contentTypeVersion="3" ma:contentTypeDescription="Create a new document." ma:contentTypeScope="" ma:versionID="bca1ed1051fbfc5da15ba8a56e99e615">
  <xsd:schema xmlns:xsd="http://www.w3.org/2001/XMLSchema" xmlns:xs="http://www.w3.org/2001/XMLSchema" xmlns:p="http://schemas.microsoft.com/office/2006/metadata/properties" xmlns:ns2="79387a8e-e5e3-4476-871a-055310360781" targetNamespace="http://schemas.microsoft.com/office/2006/metadata/properties" ma:root="true" ma:fieldsID="498d2e5b4be761b71e0300f23ce5f56a" ns2:_="">
    <xsd:import namespace="79387a8e-e5e3-4476-871a-0553103607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87a8e-e5e3-4476-871a-0553103607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333226-39CA-44B8-88AE-9DF85F50FC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AD54ED-EC74-48B5-8AED-4049FD0EA76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2F3DE-8852-41A0-9C2A-657A84E861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387a8e-e5e3-4476-871a-0553103607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1586</TotalTime>
  <Words>2262</Words>
  <Application>Microsoft Office PowerPoint</Application>
  <PresentationFormat>Custom</PresentationFormat>
  <Paragraphs>368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0" baseType="lpstr">
      <vt:lpstr>Helvetica Neue</vt:lpstr>
      <vt:lpstr>Public Sans</vt:lpstr>
      <vt:lpstr>Public Sans Black</vt:lpstr>
      <vt:lpstr>Public Sans Regular</vt:lpstr>
      <vt:lpstr>Public Sans Thin Bold</vt:lpstr>
      <vt:lpstr>Sora</vt:lpstr>
      <vt:lpstr>Sora Bold</vt:lpstr>
      <vt:lpstr>Sora ExtraLight</vt:lpstr>
      <vt:lpstr>Sora Light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Balder Tore Jacobsen</cp:lastModifiedBy>
  <cp:revision>88</cp:revision>
  <dcterms:modified xsi:type="dcterms:W3CDTF">2025-12-17T15:15:42Z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0x010100D7E7B9DAA5485C4884DAC9AE6BD4FCCC</vt:lpwstr>
  </property>
</Properties>
</file>