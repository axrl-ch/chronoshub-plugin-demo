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8D8F8"/>
                </a:solidFill>
              </a:rPr>
              <a:t>WEEK OF JUNE 15,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Weekly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Schedule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3200400" y="3520440"/>
            <a:ext cx="2743200" cy="36576"/>
          </a:xfrm>
          <a:prstGeom prst="rect">
            <a:avLst/>
          </a:prstGeom>
          <a:solidFill>
            <a:srgbClr val="C8D8F8">
              <a:alpha val="70000"/>
            </a:srgbClr>
          </a:solidFill>
          <a:ln w="12700">
            <a:solidFill>
              <a:srgbClr val="C8D8F8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8F8"/>
                </a:solidFill>
              </a:rPr>
              <a:t>Axel Rosen-Lidholm  -  ChronosHub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75569"/>
                </a:solidFill>
              </a:rPr>
              <a:t>THIS WEEK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A5E"/>
                </a:solidFill>
              </a:rPr>
              <a:t>June 15 - 19, 2026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481328" cy="278892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1481328" cy="502920"/>
          </a:xfrm>
          <a:prstGeom prst="roundRect">
            <a:avLst>
              <a:gd name="adj" fmla="val 21818"/>
            </a:avLst>
          </a:prstGeom>
          <a:solidFill>
            <a:srgbClr val="C0410F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55648"/>
            <a:ext cx="1481328" cy="210312"/>
          </a:xfrm>
          <a:prstGeom prst="rect">
            <a:avLst/>
          </a:prstGeom>
          <a:solidFill>
            <a:srgbClr val="C0410F"/>
          </a:solidFill>
          <a:ln w="12700">
            <a:solidFill>
              <a:srgbClr val="C041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3619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5E"/>
                </a:solidFill>
              </a:rPr>
              <a:t>Jun 15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MEETING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410F"/>
                </a:solidFill>
              </a:rPr>
              <a:t>Marketing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67128" y="1463040"/>
            <a:ext cx="1481328" cy="278892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67128" y="1463040"/>
            <a:ext cx="1481328" cy="502920"/>
          </a:xfrm>
          <a:prstGeom prst="roundRect">
            <a:avLst>
              <a:gd name="adj" fmla="val 21818"/>
            </a:avLst>
          </a:prstGeom>
          <a:solidFill>
            <a:srgbClr val="0C6B50"/>
          </a:solidFill>
          <a:ln/>
        </p:spPr>
      </p:sp>
      <p:sp>
        <p:nvSpPr>
          <p:cNvPr id="13" name="Shape 11"/>
          <p:cNvSpPr/>
          <p:nvPr/>
        </p:nvSpPr>
        <p:spPr>
          <a:xfrm>
            <a:off x="2167128" y="1755648"/>
            <a:ext cx="1481328" cy="210312"/>
          </a:xfrm>
          <a:prstGeom prst="rect">
            <a:avLst/>
          </a:prstGeom>
          <a:solidFill>
            <a:srgbClr val="0C6B50"/>
          </a:solidFill>
          <a:ln w="12700">
            <a:solidFill>
              <a:srgbClr val="0C6B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67128" y="153619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67128" y="208483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5E"/>
                </a:solidFill>
              </a:rPr>
              <a:t>Jun 16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04288" y="254203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MEETING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258568" y="283464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6B50"/>
                </a:solidFill>
              </a:rPr>
              <a:t>Finance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31336" y="1463040"/>
            <a:ext cx="1481328" cy="2788920"/>
          </a:xfrm>
          <a:prstGeom prst="roundRect">
            <a:avLst>
              <a:gd name="adj" fmla="val 7407"/>
            </a:avLst>
          </a:prstGeom>
          <a:solidFill>
            <a:srgbClr val="EDF0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31336" y="1463040"/>
            <a:ext cx="1481328" cy="502920"/>
          </a:xfrm>
          <a:prstGeom prst="roundRect">
            <a:avLst>
              <a:gd name="adj" fmla="val 21818"/>
            </a:avLst>
          </a:prstGeom>
          <a:solidFill>
            <a:srgbClr val="64748B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831336" y="1755648"/>
            <a:ext cx="1481328" cy="210312"/>
          </a:xfrm>
          <a:prstGeom prst="rect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31336" y="153619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A5E"/>
                </a:solidFill>
              </a:rPr>
              <a:t>WED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31336" y="208483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Jun 17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22776" y="2560320"/>
            <a:ext cx="129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 meetings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scheduled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95544" y="1463040"/>
            <a:ext cx="1481328" cy="278892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95544" y="1463040"/>
            <a:ext cx="1481328" cy="502920"/>
          </a:xfrm>
          <a:prstGeom prst="roundRect">
            <a:avLst>
              <a:gd name="adj" fmla="val 21818"/>
            </a:avLst>
          </a:prstGeom>
          <a:solidFill>
            <a:srgbClr val="005F8E"/>
          </a:solidFill>
          <a:ln/>
        </p:spPr>
      </p:sp>
      <p:sp>
        <p:nvSpPr>
          <p:cNvPr id="26" name="Shape 24"/>
          <p:cNvSpPr/>
          <p:nvPr/>
        </p:nvSpPr>
        <p:spPr>
          <a:xfrm>
            <a:off x="5495544" y="1755648"/>
            <a:ext cx="1481328" cy="210312"/>
          </a:xfrm>
          <a:prstGeom prst="rect">
            <a:avLst/>
          </a:prstGeom>
          <a:solidFill>
            <a:srgbClr val="005F8E"/>
          </a:solidFill>
          <a:ln w="12700">
            <a:solidFill>
              <a:srgbClr val="005F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95544" y="153619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THU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95544" y="208483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5E"/>
                </a:solidFill>
              </a:rPr>
              <a:t>Jun 18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32704" y="254203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MEETING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86984" y="283464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F8E"/>
                </a:solidFill>
              </a:rPr>
              <a:t>Operations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159752" y="1463040"/>
            <a:ext cx="1481328" cy="2788920"/>
          </a:xfrm>
          <a:prstGeom prst="roundRect">
            <a:avLst>
              <a:gd name="adj" fmla="val 7407"/>
            </a:avLst>
          </a:prstGeom>
          <a:solidFill>
            <a:srgbClr val="EDF0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59752" y="1463040"/>
            <a:ext cx="1481328" cy="502920"/>
          </a:xfrm>
          <a:prstGeom prst="roundRect">
            <a:avLst>
              <a:gd name="adj" fmla="val 21818"/>
            </a:avLst>
          </a:prstGeom>
          <a:solidFill>
            <a:srgbClr val="64748B">
              <a:alpha val="5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159752" y="1755648"/>
            <a:ext cx="1481328" cy="210312"/>
          </a:xfrm>
          <a:prstGeom prst="rect">
            <a:avLst/>
          </a:prstGeom>
          <a:solidFill>
            <a:srgbClr val="64748B">
              <a:alpha val="50000"/>
            </a:srgbClr>
          </a:solidFill>
          <a:ln w="12700">
            <a:solidFill>
              <a:srgbClr val="64748B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59752" y="153619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A5E"/>
                </a:solidFill>
              </a:rPr>
              <a:t>FRI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59752" y="208483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Jun 19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251192" y="2560320"/>
            <a:ext cx="129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 meetings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scheduled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C0410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14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MONDAY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June 15, 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931920" y="640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</a:rPr>
              <a:t>SCHEDULED MEETING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931920" y="10058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A5E"/>
                </a:solidFill>
              </a:rPr>
              <a:t>Marketing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931920" y="2103120"/>
            <a:ext cx="47548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Weekly sync with the Marketing team.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Align on campaigns, pipeline, and upcoming launches.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31920" y="411480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C0410F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4114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CONFIRMED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C6B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14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TUESDAY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June 16, 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931920" y="640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</a:rPr>
              <a:t>SCHEDULED MEETING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931920" y="10058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A5E"/>
                </a:solidFill>
              </a:rPr>
              <a:t>Finance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931920" y="2103120"/>
            <a:ext cx="47548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Weekly sync with the Finance team.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Review budgets, forecasts, and financial performance.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31920" y="411480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0C6B50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4114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CONFIRMED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05F8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14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THURSDAY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June 18, 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931920" y="640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</a:rPr>
              <a:t>SCHEDULED MEETING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931920" y="10058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A5E"/>
                </a:solidFill>
              </a:rPr>
              <a:t>Operations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931920" y="2103120"/>
            <a:ext cx="47548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Weekly sync with the Operations team.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Track delivery, process efficiency, and blockers.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31920" y="4114800"/>
            <a:ext cx="1463040" cy="384048"/>
          </a:xfrm>
          <a:prstGeom prst="roundRect">
            <a:avLst>
              <a:gd name="adj" fmla="val 23810"/>
            </a:avLst>
          </a:prstGeom>
          <a:solidFill>
            <a:srgbClr val="005F8E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4114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CONFIRMED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8D8F8"/>
                </a:solidFill>
              </a:rPr>
              <a:t>LOOKING AHEAD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Next Week  -  June 22 - 26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45920" y="1737360"/>
            <a:ext cx="5852160" cy="2194560"/>
          </a:xfrm>
          <a:prstGeom prst="roundRect">
            <a:avLst>
              <a:gd name="adj" fmla="val 6250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1737360"/>
            <a:ext cx="5852160" cy="502920"/>
          </a:xfrm>
          <a:prstGeom prst="roundRect">
            <a:avLst>
              <a:gd name="adj" fmla="val 27273"/>
            </a:avLst>
          </a:prstGeom>
          <a:solidFill>
            <a:srgbClr val="6D28D9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2029968"/>
            <a:ext cx="5852160" cy="21031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8288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SCHEDULED MEETING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24231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A5E"/>
                </a:solidFill>
              </a:rPr>
              <a:t>Engineering  &amp;  Product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920240" y="321868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A5E"/>
                </a:solidFill>
              </a:rPr>
              <a:t>Cross-functional sync with Engineering and Product.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A5E"/>
                </a:solidFill>
              </a:rPr>
              <a:t>Align on roadmap, sprint priorities, and upcoming milestones.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Schedule</dc:title>
  <dc:subject>PptxGenJS Presentation</dc:subject>
  <dc:creator>PptxGenJS</dc:creator>
  <cp:lastModifiedBy>PptxGenJS</cp:lastModifiedBy>
  <cp:revision>1</cp:revision>
  <dcterms:created xsi:type="dcterms:W3CDTF">2026-06-15T09:47:48Z</dcterms:created>
  <dcterms:modified xsi:type="dcterms:W3CDTF">2026-06-15T09:47:48Z</dcterms:modified>
</cp:coreProperties>
</file>