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3B6FD4">
              <a:alpha val="18000"/>
            </a:srgbClr>
          </a:solidFill>
          <a:ln w="12700">
            <a:solidFill>
              <a:srgbClr val="3B6FD4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60A5FA">
              <a:alpha val="13000"/>
            </a:srgbClr>
          </a:solidFill>
          <a:ln w="12700">
            <a:solidFill>
              <a:srgbClr val="60A5FA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3B6FD4">
              <a:alpha val="35000"/>
            </a:srgbClr>
          </a:solidFill>
          <a:ln w="12700">
            <a:solidFill>
              <a:srgbClr val="3B6FD4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80360" y="54864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548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0" y="54864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3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548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Fixes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ChronosHub PPTX Skill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Notes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07008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041648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Design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876288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0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management · Design decisions · Implemented improvements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Distribution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955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manage and share skills across the company without friction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246120" cy="3703320"/>
          </a:xfrm>
          <a:prstGeom prst="roundRect">
            <a:avLst>
              <a:gd name="adj" fmla="val 281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719072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best way to manage skills cross-company — sharing them and keeping everyone up to date without too much hassle?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170432"/>
            <a:ext cx="4846320" cy="841248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86784" y="1353312"/>
            <a:ext cx="475488" cy="475488"/>
          </a:xfrm>
          <a:prstGeom prst="ellipse">
            <a:avLst/>
          </a:prstGeom>
          <a:solidFill>
            <a:srgbClr val="3B6FD4">
              <a:alpha val="85000"/>
            </a:srgbClr>
          </a:solidFill>
          <a:ln w="12700">
            <a:solidFill>
              <a:srgbClr val="3B6FD4">
                <a:alpha val="8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8224" y="144475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08576" y="126187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Marketplace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08576" y="1572768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auto-install / required plugins for mandatory skills (e.g. standard pptx) to the company's Claude plugin marketplace.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0" y="2121408"/>
            <a:ext cx="4846320" cy="841248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86784" y="2304288"/>
            <a:ext cx="475488" cy="475488"/>
          </a:xfrm>
          <a:prstGeom prst="ellipse">
            <a:avLst/>
          </a:prstGeom>
          <a:solidFill>
            <a:srgbClr val="24292F">
              <a:alpha val="85000"/>
            </a:srgbClr>
          </a:solidFill>
          <a:ln w="12700">
            <a:solidFill>
              <a:srgbClr val="24292F">
                <a:alpha val="8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239572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8576" y="22128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Sync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08576" y="252374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the marketplace with GitHub so multiple people can manage plugins via familiar git workflows.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40480" y="3072384"/>
            <a:ext cx="4846320" cy="841248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986784" y="3255264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34670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08576" y="316382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Auto-Update on Push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08576" y="347472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the setting to automatically update the plugin when a commit is pushed to the repo.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840480" y="4023360"/>
            <a:ext cx="4846320" cy="841248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986784" y="4206240"/>
            <a:ext cx="475488" cy="47548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429768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08576" y="41148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Team-Wide Updates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608576" y="442569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update automatically for everyone when a new session is opened or plugins are refreshed.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955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UX decisions still to be made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261872"/>
            <a:ext cx="402336" cy="402336"/>
          </a:xfrm>
          <a:prstGeom prst="ellipse">
            <a:avLst/>
          </a:prstGeom>
          <a:solidFill>
            <a:srgbClr val="3B6FD4">
              <a:alpha val="85000"/>
            </a:srgbClr>
          </a:solidFill>
          <a:ln w="12700">
            <a:solidFill>
              <a:srgbClr val="3B6FD4">
                <a:alpha val="8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395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Presenters Slide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" y="1737360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presenters slide important enough to warrant more emphasis in the skill?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143000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261872"/>
            <a:ext cx="402336" cy="402336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13395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23444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Highlights Redundancy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19472" y="1737360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topic used in one Main Highlights section reappear in another, or should this be avoided?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395728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" y="2514600"/>
            <a:ext cx="402336" cy="402336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59232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24871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Size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" y="2990088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 finds description text too small — should we increase default body font sizes across slide types?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2395728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2514600"/>
            <a:ext cx="402336" cy="402336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259232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2392" y="24871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 Descriptions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19472" y="2990088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dividers indicate slide counts? e.g. '5+ slides per section' or '10+ slides total'.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3648456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" y="3767328"/>
            <a:ext cx="402336" cy="402336"/>
          </a:xfrm>
          <a:prstGeom prst="ellipse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>
                <a:alpha val="85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3845052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3739896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Pre-Generation Questions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84632" y="4242816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Claude ask about presentation context/setting before generating, if it's unclear?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800600" y="3648456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19472" y="3767328"/>
            <a:ext cx="402336" cy="402336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196" y="3845052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22392" y="3739896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Consistency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919472" y="4242816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enforce consistent color use? e.g. avoid mixing Indigo on opener with Violet on content slides.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Fixes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955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added to the skill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7675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681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28016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Selection Guidance — Steps 2b &amp; 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1627632"/>
            <a:ext cx="7479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2b now emphasizes template instructions and descriptions. Step 4 notes: if the instructions don't fit the task, go back and choose a different template.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5146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80263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940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60604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/ Outro Capitalization Reminder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70432" y="2953512"/>
            <a:ext cx="7479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 reminder to always capitalize at the start of a sentence in Closing/Outro sections — this was a recurring problem in generated decks.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8404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412851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199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393192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Check in Step 2b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70432" y="4279392"/>
            <a:ext cx="7479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 clause to avoid redundant content — topics used in one section should not reappear in another (e.g. same topic in multiple Main Highlights sections).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ChronosHub PPTX Skill Review</dc:title>
  <dc:subject>PptxGenJS Presentation</dc:subject>
  <dc:creator>PptxGenJS</dc:creator>
  <cp:lastModifiedBy>PptxGenJS</cp:lastModifiedBy>
  <cp:revision>1</cp:revision>
  <dcterms:created xsi:type="dcterms:W3CDTF">2026-06-15T07:46:28Z</dcterms:created>
  <dcterms:modified xsi:type="dcterms:W3CDTF">2026-06-15T07:46:28Z</dcterms:modified>
</cp:coreProperties>
</file>